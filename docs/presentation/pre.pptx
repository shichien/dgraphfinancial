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896db93c5a4bee" /><Relationship Type="http://schemas.openxmlformats.org/officeDocument/2006/relationships/extended-properties" Target="/docProps/app.xml" Id="Rfab41f3040c74dfb" /><Relationship Type="http://schemas.openxmlformats.org/officeDocument/2006/relationships/officeDocument" Target="/ppt/presentation.xml" Id="R9750cd68ac3a4c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f1f9c89595849fe"/>
  </p:sldMasterIdLst>
  <p:notesMasterIdLst>
    <p:notesMasterId xmlns:r="http://schemas.openxmlformats.org/officeDocument/2006/relationships" r:id="R90d5f4031df44924"/>
  </p:notesMasterIdLst>
  <p:sldIdLst>
    <p:sldId xmlns:r="http://schemas.openxmlformats.org/officeDocument/2006/relationships" id="256" r:id="Ra000c820829f4a3a"/>
    <p:sldId xmlns:r="http://schemas.openxmlformats.org/officeDocument/2006/relationships" id="257" r:id="Rf6b61ec497c64bb6"/>
    <p:sldId xmlns:r="http://schemas.openxmlformats.org/officeDocument/2006/relationships" id="258" r:id="R76376033c38e4641"/>
    <p:sldId xmlns:r="http://schemas.openxmlformats.org/officeDocument/2006/relationships" id="259" r:id="Rced2df9d465c4bab"/>
    <p:sldId xmlns:r="http://schemas.openxmlformats.org/officeDocument/2006/relationships" id="260" r:id="Rdb20b9ff0e2a4fb5"/>
    <p:sldId xmlns:r="http://schemas.openxmlformats.org/officeDocument/2006/relationships" id="261" r:id="R51abb84367954af3"/>
    <p:sldId xmlns:r="http://schemas.openxmlformats.org/officeDocument/2006/relationships" id="262" r:id="R8fc62290a8ca46c8"/>
    <p:sldId xmlns:r="http://schemas.openxmlformats.org/officeDocument/2006/relationships" id="263" r:id="R3a7e9ac9de2b4552"/>
    <p:sldId xmlns:r="http://schemas.openxmlformats.org/officeDocument/2006/relationships" id="264" r:id="Rc83e366ca7ea40c9"/>
    <p:sldId xmlns:r="http://schemas.openxmlformats.org/officeDocument/2006/relationships" id="265" r:id="Rb6218dff37e1410b"/>
    <p:sldId xmlns:r="http://schemas.openxmlformats.org/officeDocument/2006/relationships" id="266" r:id="Reea230ab427342d4"/>
    <p:sldId xmlns:r="http://schemas.openxmlformats.org/officeDocument/2006/relationships" id="267" r:id="R4904e03724f74af6"/>
    <p:sldId xmlns:r="http://schemas.openxmlformats.org/officeDocument/2006/relationships" id="268" r:id="Re593231767ec4078"/>
    <p:sldId xmlns:r="http://schemas.openxmlformats.org/officeDocument/2006/relationships" id="269" r:id="Ra7a923e71d324259"/>
    <p:sldId xmlns:r="http://schemas.openxmlformats.org/officeDocument/2006/relationships" id="270" r:id="R1cb223a01bf94be8"/>
    <p:sldId xmlns:r="http://schemas.openxmlformats.org/officeDocument/2006/relationships" id="271" r:id="R9623c300f5e34817"/>
    <p:sldId xmlns:r="http://schemas.openxmlformats.org/officeDocument/2006/relationships" id="272" r:id="R319f45fb78634ba8"/>
    <p:sldId xmlns:r="http://schemas.openxmlformats.org/officeDocument/2006/relationships" id="273" r:id="Re871fe19783b4011"/>
    <p:sldId xmlns:r="http://schemas.openxmlformats.org/officeDocument/2006/relationships" id="274" r:id="R1088db6afd5b4666"/>
    <p:sldId xmlns:r="http://schemas.openxmlformats.org/officeDocument/2006/relationships" id="275" r:id="R70ca5186acc74c9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585eb02575409d" /><Relationship Type="http://schemas.openxmlformats.org/officeDocument/2006/relationships/slideMaster" Target="/ppt/slideMasters/slideMaster1.xml" Id="R0f1f9c89595849fe" /><Relationship Type="http://schemas.openxmlformats.org/officeDocument/2006/relationships/notesMaster" Target="/ppt/notesMasters/notesMaster1.xml" Id="R90d5f4031df44924" /><Relationship Type="http://schemas.openxmlformats.org/officeDocument/2006/relationships/presProps" Target="/ppt/presProps.xml" Id="Rde9408a709664297" /><Relationship Type="http://schemas.openxmlformats.org/officeDocument/2006/relationships/tableStyles" Target="/ppt/tableStyles.xml" Id="R10caea7359864a5f" /><Relationship Type="http://schemas.openxmlformats.org/officeDocument/2006/relationships/slide" Target="/ppt/slides/slide1.xml" Id="Ra000c820829f4a3a" /><Relationship Type="http://schemas.openxmlformats.org/officeDocument/2006/relationships/slide" Target="/ppt/slides/slide2.xml" Id="Rf6b61ec497c64bb6" /><Relationship Type="http://schemas.openxmlformats.org/officeDocument/2006/relationships/slide" Target="/ppt/slides/slide3.xml" Id="R76376033c38e4641" /><Relationship Type="http://schemas.openxmlformats.org/officeDocument/2006/relationships/slide" Target="/ppt/slides/slide4.xml" Id="Rced2df9d465c4bab" /><Relationship Type="http://schemas.openxmlformats.org/officeDocument/2006/relationships/slide" Target="/ppt/slides/slide5.xml" Id="Rdb20b9ff0e2a4fb5" /><Relationship Type="http://schemas.openxmlformats.org/officeDocument/2006/relationships/slide" Target="/ppt/slides/slide6.xml" Id="R51abb84367954af3" /><Relationship Type="http://schemas.openxmlformats.org/officeDocument/2006/relationships/slide" Target="/ppt/slides/slide7.xml" Id="R8fc62290a8ca46c8" /><Relationship Type="http://schemas.openxmlformats.org/officeDocument/2006/relationships/slide" Target="/ppt/slides/slide8.xml" Id="R3a7e9ac9de2b4552" /><Relationship Type="http://schemas.openxmlformats.org/officeDocument/2006/relationships/slide" Target="/ppt/slides/slide9.xml" Id="Rc83e366ca7ea40c9" /><Relationship Type="http://schemas.openxmlformats.org/officeDocument/2006/relationships/slide" Target="/ppt/slides/slide10.xml" Id="Rb6218dff37e1410b" /><Relationship Type="http://schemas.openxmlformats.org/officeDocument/2006/relationships/slide" Target="/ppt/slides/slide11.xml" Id="Reea230ab427342d4" /><Relationship Type="http://schemas.openxmlformats.org/officeDocument/2006/relationships/slide" Target="/ppt/slides/slide12.xml" Id="R4904e03724f74af6" /><Relationship Type="http://schemas.openxmlformats.org/officeDocument/2006/relationships/slide" Target="/ppt/slides/slide13.xml" Id="Re593231767ec4078" /><Relationship Type="http://schemas.openxmlformats.org/officeDocument/2006/relationships/slide" Target="/ppt/slides/slide14.xml" Id="Ra7a923e71d324259" /><Relationship Type="http://schemas.openxmlformats.org/officeDocument/2006/relationships/slide" Target="/ppt/slides/slide15.xml" Id="R1cb223a01bf94be8" /><Relationship Type="http://schemas.openxmlformats.org/officeDocument/2006/relationships/slide" Target="/ppt/slides/slide16.xml" Id="R9623c300f5e34817" /><Relationship Type="http://schemas.openxmlformats.org/officeDocument/2006/relationships/slide" Target="/ppt/slides/slide17.xml" Id="R319f45fb78634ba8" /><Relationship Type="http://schemas.openxmlformats.org/officeDocument/2006/relationships/slide" Target="/ppt/slides/slide18.xml" Id="Re871fe19783b4011" /><Relationship Type="http://schemas.openxmlformats.org/officeDocument/2006/relationships/slide" Target="/ppt/slides/slide19.xml" Id="R1088db6afd5b4666" /><Relationship Type="http://schemas.openxmlformats.org/officeDocument/2006/relationships/slide" Target="/ppt/slides/slide20.xml" Id="R70ca5186acc74c9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aa2c44c588c48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5092a6836c649b6" /><Relationship Type="http://schemas.openxmlformats.org/officeDocument/2006/relationships/notesMaster" Target="/ppt/notesMasters/notesMaster1.xml" Id="R3363b29ec813406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002cb084eef4772" /><Relationship Type="http://schemas.openxmlformats.org/officeDocument/2006/relationships/notesMaster" Target="/ppt/notesMasters/notesMaster1.xml" Id="Rcbe20385e5664ee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f2ff83026d840ff" /><Relationship Type="http://schemas.openxmlformats.org/officeDocument/2006/relationships/notesMaster" Target="/ppt/notesMasters/notesMaster1.xml" Id="R7291fcce6031450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caf26576617431c" /><Relationship Type="http://schemas.openxmlformats.org/officeDocument/2006/relationships/notesMaster" Target="/ppt/notesMasters/notesMaster1.xml" Id="Ra42c22880f6e417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aae3c30f7404bc1" /><Relationship Type="http://schemas.openxmlformats.org/officeDocument/2006/relationships/notesMaster" Target="/ppt/notesMasters/notesMaster1.xml" Id="R68f643a9641945a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55e311e20f84cb7" /><Relationship Type="http://schemas.openxmlformats.org/officeDocument/2006/relationships/notesMaster" Target="/ppt/notesMasters/notesMaster1.xml" Id="R5df0f0d210df4b6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fc4e342b95a4892" /><Relationship Type="http://schemas.openxmlformats.org/officeDocument/2006/relationships/notesMaster" Target="/ppt/notesMasters/notesMaster1.xml" Id="R2790943ac83d453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68858f297924415" /><Relationship Type="http://schemas.openxmlformats.org/officeDocument/2006/relationships/notesMaster" Target="/ppt/notesMasters/notesMaster1.xml" Id="R1609ddf87310414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be44f3585864910" /><Relationship Type="http://schemas.openxmlformats.org/officeDocument/2006/relationships/notesMaster" Target="/ppt/notesMasters/notesMaster1.xml" Id="R73ec62ba353d416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b67cb083d564d6d" /><Relationship Type="http://schemas.openxmlformats.org/officeDocument/2006/relationships/notesMaster" Target="/ppt/notesMasters/notesMaster1.xml" Id="R3da589d7109746a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96db13001914654" /><Relationship Type="http://schemas.openxmlformats.org/officeDocument/2006/relationships/notesMaster" Target="/ppt/notesMasters/notesMaster1.xml" Id="Rd4d0881a7c9a496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0c3e368fa2443a7" /><Relationship Type="http://schemas.openxmlformats.org/officeDocument/2006/relationships/notesMaster" Target="/ppt/notesMasters/notesMaster1.xml" Id="R45ab167492304b1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5bbebd593a74fcb" /><Relationship Type="http://schemas.openxmlformats.org/officeDocument/2006/relationships/notesMaster" Target="/ppt/notesMasters/notesMaster1.xml" Id="Ra9855ce7393047f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6333f33af2e4890" /><Relationship Type="http://schemas.openxmlformats.org/officeDocument/2006/relationships/notesMaster" Target="/ppt/notesMasters/notesMaster1.xml" Id="R84fa54f37141424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1e0d667f9c5482c" /><Relationship Type="http://schemas.openxmlformats.org/officeDocument/2006/relationships/notesMaster" Target="/ppt/notesMasters/notesMaster1.xml" Id="R805ca122d474433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032ddcd4bd84690" /><Relationship Type="http://schemas.openxmlformats.org/officeDocument/2006/relationships/notesMaster" Target="/ppt/notesMasters/notesMaster1.xml" Id="R1842f729a00f4d8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7af4b024a804e8e" /><Relationship Type="http://schemas.openxmlformats.org/officeDocument/2006/relationships/notesMaster" Target="/ppt/notesMasters/notesMaster1.xml" Id="R639a4e2b7f20460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8e23322f49c4e00" /><Relationship Type="http://schemas.openxmlformats.org/officeDocument/2006/relationships/notesMaster" Target="/ppt/notesMasters/notesMaster1.xml" Id="R016c3e326a0847b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b140beb9a524629" /><Relationship Type="http://schemas.openxmlformats.org/officeDocument/2006/relationships/notesMaster" Target="/ppt/notesMasters/notesMaster1.xml" Id="R5fc4039b9b1e446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fb0d581418e4b46" /><Relationship Type="http://schemas.openxmlformats.org/officeDocument/2006/relationships/notesMaster" Target="/ppt/notesMasters/notesMaster1.xml" Id="Rff331f81e18742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8e200be4f64f8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9f3d308a0ea4650" /><Relationship Type="http://schemas.openxmlformats.org/officeDocument/2006/relationships/slideLayout" Target="/ppt/slideLayouts/slideLayout1.xml" Id="R47135f6c88ef43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135f6c88ef43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48da514eed4557" /><Relationship Type="http://schemas.openxmlformats.org/officeDocument/2006/relationships/image" Target="/ppt/media/image.png" Id="Rfdfb06abb1084498" /><Relationship Type="http://schemas.openxmlformats.org/officeDocument/2006/relationships/notesSlide" Target="/ppt/notesSlides/notesSlide1.xml" Id="R97e2f4a39c654eb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bb674703ba43fb" /><Relationship Type="http://schemas.openxmlformats.org/officeDocument/2006/relationships/image" Target="/ppt/media/image2.png" Id="Rfd73a865bc0743ed" /><Relationship Type="http://schemas.openxmlformats.org/officeDocument/2006/relationships/notesSlide" Target="/ppt/notesSlides/notesSlide2.xml" Id="R2b04eba17b77499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706ffaefa34d2f" /><Relationship Type="http://schemas.openxmlformats.org/officeDocument/2006/relationships/image" Target="/ppt/media/image3.png" Id="R5e62f02d0c8f4425" /><Relationship Type="http://schemas.openxmlformats.org/officeDocument/2006/relationships/notesSlide" Target="/ppt/notesSlides/notesSlide3.xml" Id="R22226a7ff57f411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57252aa97a4e16" /><Relationship Type="http://schemas.openxmlformats.org/officeDocument/2006/relationships/image" Target="/ppt/media/image4.png" Id="R8d6ee3f3b2d5464e" /><Relationship Type="http://schemas.openxmlformats.org/officeDocument/2006/relationships/notesSlide" Target="/ppt/notesSlides/notesSlide4.xml" Id="R7ee91587f282451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111e921fde45a3" /><Relationship Type="http://schemas.openxmlformats.org/officeDocument/2006/relationships/image" Target="/ppt/media/image5.png" Id="R1cf32dfbe2e44a18" /><Relationship Type="http://schemas.openxmlformats.org/officeDocument/2006/relationships/notesSlide" Target="/ppt/notesSlides/notesSlide5.xml" Id="R72720a3e0cd6476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e43d5358324c48" /><Relationship Type="http://schemas.openxmlformats.org/officeDocument/2006/relationships/image" Target="/ppt/media/image6.png" Id="R35a78ca1a2894500" /><Relationship Type="http://schemas.openxmlformats.org/officeDocument/2006/relationships/notesSlide" Target="/ppt/notesSlides/notesSlide6.xml" Id="Rcbdc1f73c6b74b2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fea81b44d843f7" /><Relationship Type="http://schemas.openxmlformats.org/officeDocument/2006/relationships/image" Target="/ppt/media/image7.png" Id="R0a56fe9be1f44bff" /><Relationship Type="http://schemas.openxmlformats.org/officeDocument/2006/relationships/notesSlide" Target="/ppt/notesSlides/notesSlide7.xml" Id="R8d5d610550c747b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dfee215d5a48e7" /><Relationship Type="http://schemas.openxmlformats.org/officeDocument/2006/relationships/image" Target="/ppt/media/image8.png" Id="Re05e88b0aff049d2" /><Relationship Type="http://schemas.openxmlformats.org/officeDocument/2006/relationships/notesSlide" Target="/ppt/notesSlides/notesSlide8.xml" Id="R20b419a05190491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1c2de474794973" /><Relationship Type="http://schemas.openxmlformats.org/officeDocument/2006/relationships/image" Target="/ppt/media/image9.png" Id="Rd69077de93964035" /><Relationship Type="http://schemas.openxmlformats.org/officeDocument/2006/relationships/notesSlide" Target="/ppt/notesSlides/notesSlide9.xml" Id="Rb317925694f44a5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a7bfdf7a20455c" /><Relationship Type="http://schemas.openxmlformats.org/officeDocument/2006/relationships/image" Target="/ppt/media/image10.png" Id="R526f6debf1fb4771" /><Relationship Type="http://schemas.openxmlformats.org/officeDocument/2006/relationships/notesSlide" Target="/ppt/notesSlides/notesSlide10.xml" Id="R69a46d81387b415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67ea11ee60402c" /><Relationship Type="http://schemas.openxmlformats.org/officeDocument/2006/relationships/image" Target="/ppt/media/image11.png" Id="Rb88089b0cb6d4527" /><Relationship Type="http://schemas.openxmlformats.org/officeDocument/2006/relationships/notesSlide" Target="/ppt/notesSlides/notesSlide11.xml" Id="Rcb6c92d415d542d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59bda8a37944e0" /><Relationship Type="http://schemas.openxmlformats.org/officeDocument/2006/relationships/image" Target="/ppt/media/image12.png" Id="R486a61d9d5064d6a" /><Relationship Type="http://schemas.openxmlformats.org/officeDocument/2006/relationships/notesSlide" Target="/ppt/notesSlides/notesSlide12.xml" Id="R1d49c46c3d0f4dd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0ab974bf3d4cd1" /><Relationship Type="http://schemas.openxmlformats.org/officeDocument/2006/relationships/image" Target="/ppt/media/image13.png" Id="Rf8bfb09513284e82" /><Relationship Type="http://schemas.openxmlformats.org/officeDocument/2006/relationships/notesSlide" Target="/ppt/notesSlides/notesSlide13.xml" Id="Rde5ce639379a453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b3ab5927ab40ed" /><Relationship Type="http://schemas.openxmlformats.org/officeDocument/2006/relationships/image" Target="/ppt/media/image14.png" Id="R5ea09c6988fc48ff" /><Relationship Type="http://schemas.openxmlformats.org/officeDocument/2006/relationships/notesSlide" Target="/ppt/notesSlides/notesSlide14.xml" Id="R6edac6a142e14f2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8e3a815b7b40ed" /><Relationship Type="http://schemas.openxmlformats.org/officeDocument/2006/relationships/image" Target="/ppt/media/image15.png" Id="R26ad4810ff9048be" /><Relationship Type="http://schemas.openxmlformats.org/officeDocument/2006/relationships/notesSlide" Target="/ppt/notesSlides/notesSlide15.xml" Id="R2eb9b26e34d449f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03aa379d764f18" /><Relationship Type="http://schemas.openxmlformats.org/officeDocument/2006/relationships/image" Target="/ppt/media/image16.png" Id="Raf9a7b20fcf84505" /><Relationship Type="http://schemas.openxmlformats.org/officeDocument/2006/relationships/notesSlide" Target="/ppt/notesSlides/notesSlide16.xml" Id="R8cfd439ada4242f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582865b1e94881" /><Relationship Type="http://schemas.openxmlformats.org/officeDocument/2006/relationships/image" Target="/ppt/media/image17.png" Id="R053935dac83b4164" /><Relationship Type="http://schemas.openxmlformats.org/officeDocument/2006/relationships/notesSlide" Target="/ppt/notesSlides/notesSlide17.xml" Id="R87dea1fb914748f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13f2429e2449ef" /><Relationship Type="http://schemas.openxmlformats.org/officeDocument/2006/relationships/image" Target="/ppt/media/image18.png" Id="R2a8728dde68644ac" /><Relationship Type="http://schemas.openxmlformats.org/officeDocument/2006/relationships/notesSlide" Target="/ppt/notesSlides/notesSlide18.xml" Id="Rfbe9fbecadcf4b0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318f4cf22347b1" /><Relationship Type="http://schemas.openxmlformats.org/officeDocument/2006/relationships/image" Target="/ppt/media/image19.png" Id="Rf72cf1ac471645be" /><Relationship Type="http://schemas.openxmlformats.org/officeDocument/2006/relationships/notesSlide" Target="/ppt/notesSlides/notesSlide19.xml" Id="R0d47a2c886c94ac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91990796954d39" /><Relationship Type="http://schemas.openxmlformats.org/officeDocument/2006/relationships/image" Target="/ppt/media/image20.png" Id="R45b806da24934bb7" /><Relationship Type="http://schemas.openxmlformats.org/officeDocument/2006/relationships/notesSlide" Target="/ppt/notesSlides/notesSlide20.xml" Id="R89977762b5ee4bb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fb06abb108449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54486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73a865bc0743e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92870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62f02d0c8f442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0201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6ee3f3b2d5464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25609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f32dfbe2e44a1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76535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a78ca1a289450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72760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56fe9be1f44bf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53560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5e88b0aff049d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21022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9077de9396403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48557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6f6debf1fb477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50423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8089b0cb6d452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52824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6a61d9d5064d6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49110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bfb09513284e8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51456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a09c6988fc48f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00727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ad4810ff9048b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238256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9a7b20fcf8450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415685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3935dac83b416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118592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8728dde68644a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669307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2cf1ac471645b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456353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b806da24934bb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5606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2026-08-13T06:21:15.9870000Z</dcterms:created>
  <dcterms:modified xsi:type="dcterms:W3CDTF">2026-08-13T06:21:15.9870000Z</dcterms:modified>
</coreProperties>
</file>